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BC4C6-0689-F9E5-FAEE-52E284A79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C6E2E-569C-9FDD-3904-251EA713D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B3DAD-8B43-1900-E0DE-37C695C08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4132-AE46-42ED-9F21-8A249B8260B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95E73-DACB-661A-0E47-7E1362AB7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B22AA-6C0A-8F9A-6A73-D47909EC9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5E58-4675-48EE-BDE7-6C2F6BC30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550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03108-2826-AA53-1C8C-77F16F223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806A4-9AE9-A4D9-8023-17554B235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0C726-0E2B-9B09-64C5-3CDD0B361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4132-AE46-42ED-9F21-8A249B8260B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7011A-F194-64F5-E79B-013383A03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DF1CC-E45B-2CE7-FA97-CFBE4485D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5E58-4675-48EE-BDE7-6C2F6BC30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113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8CA40-BA31-56A9-F8D9-B1192917A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7ED74-05A7-7AF8-62EB-6BBAAC513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588E0-70A5-6DB0-AB9B-650055DB8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4132-AE46-42ED-9F21-8A249B8260B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AA813-F3FD-5CAB-ED22-B24548C93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D1F28-9004-1D1A-5C13-627409648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5E58-4675-48EE-BDE7-6C2F6BC30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091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AD7BA-D5B6-2D45-A195-39D8FE50D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F99C9-1A14-4453-9DD4-AA28E6DA3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B999E-82B2-DD46-BDEF-70049CD0A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FF5A6-28EB-D50F-DEA5-E99CB1EBB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4132-AE46-42ED-9F21-8A249B8260B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4E5F6-47F3-7B8A-0CE3-0B45F87AD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64805-6FBD-2E28-F965-0F04E4D7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5E58-4675-48EE-BDE7-6C2F6BC30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080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7538-C7AB-4151-E231-185C3CAE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A77D3-EAE8-7912-E9A2-0CA0D2181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1360AE-20B5-415A-2DCB-33B27469F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5C25A-92FD-BDA8-3090-FCC5E65A28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1E5EAA-D632-1189-1793-3D1BA65AE1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75B71C-7E73-096D-59AC-ECAA472C3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4132-AE46-42ED-9F21-8A249B8260B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58B021-0EEF-D926-3986-6EBF4C1C2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5A4D5B-43EB-8B1B-61CE-B0A167411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5E58-4675-48EE-BDE7-6C2F6BC30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569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033BF-BBDB-DD73-CE07-4839CCAA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08A1C-FF38-3572-AEE6-6BFCBF90B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4132-AE46-42ED-9F21-8A249B8260B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DCCEC7-6F5E-EB58-726D-E9BB98765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7D53FF-F4B5-DFA6-B3D3-1538002E6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5E58-4675-48EE-BDE7-6C2F6BC30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779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570D38-81D6-3F74-B848-E03DE5C45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4132-AE46-42ED-9F21-8A249B8260B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20201-3E34-159F-2601-7F592BC84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F5E20-756A-8B3E-B4D6-C5315AEA5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5E58-4675-48EE-BDE7-6C2F6BC30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372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B824C-2D0A-7D18-B0E3-6A6BB6A9C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B52A6-CDFB-7D86-050A-84164F565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D35E23-9674-FBF9-36BC-96C99C033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D6E34-EC21-5717-3F97-8C828E2AD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4132-AE46-42ED-9F21-8A249B8260B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34CAC-4CCB-3EF6-EA1A-DB976BF6B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5381D-2D99-C3A4-0B61-14C2BFED6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5E58-4675-48EE-BDE7-6C2F6BC30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355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978E6-E652-5716-6B61-7F99246A8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DF965D-B395-F366-FC81-AAFC24C256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811265-1F3E-1805-F25F-7164CB274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A4B41-CC1D-D177-6E47-3638BFB31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4132-AE46-42ED-9F21-8A249B8260B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8DAAF-8527-EA4F-8683-E34523122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425FC-7126-C8F1-48C3-8998B126E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5E58-4675-48EE-BDE7-6C2F6BC30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8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44874-036F-EEEA-BDA7-F0F907699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62F9E-30BD-FFEB-1356-DAEB0CADA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030C3-645B-014A-4E46-593717CF4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4132-AE46-42ED-9F21-8A249B8260B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20A0C-4150-0CCC-8452-650DFED85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621ED-E90E-05D4-1A6A-F9E76CA82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5E58-4675-48EE-BDE7-6C2F6BC30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923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B86E8F-D592-83D0-CDE9-4E7F9EC3B3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F3A928-E20F-EA5E-5E31-E413C8DA8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59423-F01D-A7A9-891F-DF2D8C515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4132-AE46-42ED-9F21-8A249B8260B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9A972-F3FC-B726-09AD-B549E5652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330CA-ECA9-69FA-AF72-4AE8F693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5E58-4675-48EE-BDE7-6C2F6BC30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168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D550D2-7B14-E48A-DBF7-AED21064B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31C82-9E66-2F26-83BE-D870D40E5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BCC94-B2BC-18D7-2A49-EEF171600A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A4132-AE46-42ED-9F21-8A249B8260B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43ACB-DB4A-5AF3-886D-91746EEF71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FF354-15EC-0BF4-497E-D7E8F4C41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E5E58-4675-48EE-BDE7-6C2F6BC30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47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18384-9CEE-D5C2-1158-9280B08F97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DF8B0-DD8D-10D7-0485-329A8BCD89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36F4F8-0899-B69B-184B-822B0CA2A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05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77C8EB-D115-7BE5-1763-350769587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406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ACAAB6-A16F-B980-673E-A02F2F3FF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69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3BA13E-0898-3DE4-B1F1-B526427AB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419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010D4-8766-3AB6-8497-E20CAADDB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36F174-513E-C9B2-ED93-DA8CD38E8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178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FD4B4-D775-B5C3-FC6C-208837224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81D79A-5C60-620C-8941-DFAF8D0D3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58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1B920-428C-4B9C-4F45-F5D2EABA5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C60F80-881E-916E-6A5B-EA2F29841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684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8AB8C-CACB-9C32-DAC5-DD9FF4744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05D2557-A3D6-F0F1-4E2A-EE93850AB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069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C2ACA-F328-542F-4B38-E18D07148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E05168-A5B9-4345-C536-EB1347417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77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F3457-57D2-4E8A-6EB6-5B4E22040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D2B1BD-6983-D160-8010-4283DC011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831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A18C-1321-C25A-6CEA-35395EA22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F390F0-8E4D-22C0-7A32-1D3B0A1F1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02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megasribud@outlook.com</dc:creator>
  <cp:lastModifiedBy>megasribud@outlook.com</cp:lastModifiedBy>
  <cp:revision>1</cp:revision>
  <dcterms:created xsi:type="dcterms:W3CDTF">2026-09-04T19:01:23Z</dcterms:created>
  <dcterms:modified xsi:type="dcterms:W3CDTF">2026-09-04T19:12:59Z</dcterms:modified>
</cp:coreProperties>
</file>